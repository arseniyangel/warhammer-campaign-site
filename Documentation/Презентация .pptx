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510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1: Титульный. Представить проект — нарративные wargame-кампании, онлайн-инструмент для Гейм-Мастера и игроков.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2: Назначение и целевая аудитория. Три роли: ГМ, Игрок, Гость.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3: Стек. Backend на .NET 10, фронтенд без фреймворков, инфра — Render + Neon.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4: Архитектура. Три слоя: браузер, ASP.NET Core, Neon PostgreSQL. Обратить внимание на Cold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5: Вставить скриншот index.html с открытой картой. Показать выделенный сектор и панель справа.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6: Вставить скриншот roster.html с несколькими отрядами, апгрейдами и магазином.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7: Вставить скриншот панели ГМ на roster.html — инспектор ростеров или терминал карты.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7: Вставить скриншот панели ГМ на roster.html — инспектор ростеров или терминал карты.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65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8: Схема БД. Можно вставить скриншот из Neon Console — вкладка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9: REST API. Все маршруты. [Authorize] — Cookie, Admin-только через [Authorize(Roles='Admin')].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11: Порядок инициализации и шаги деплоя. Акцент: пароль ГМ — менять через БД, реальные credentials только в Render 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13: Итоговый. Показать живой сайт, если есть интернет. Готов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91440"/>
            <a:ext cx="457200" cy="457200"/>
          </a:xfrm>
          <a:prstGeom prst="line">
            <a:avLst/>
          </a:prstGeom>
          <a:solidFill>
            <a:srgbClr val="B91C1C">
              <a:alpha val="15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548640"/>
            <a:ext cx="457200" cy="457200"/>
          </a:xfrm>
          <a:prstGeom prst="line">
            <a:avLst/>
          </a:prstGeom>
          <a:solidFill>
            <a:srgbClr val="B91C1C">
              <a:alpha val="15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005840"/>
            <a:ext cx="457200" cy="457200"/>
          </a:xfrm>
          <a:prstGeom prst="line">
            <a:avLst/>
          </a:prstGeom>
          <a:solidFill>
            <a:srgbClr val="B91C1C">
              <a:alpha val="15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1463040"/>
            <a:ext cx="457200" cy="457200"/>
          </a:xfrm>
          <a:prstGeom prst="line">
            <a:avLst/>
          </a:prstGeom>
          <a:solidFill>
            <a:srgbClr val="B91C1C">
              <a:alpha val="15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920240"/>
            <a:ext cx="457200" cy="457200"/>
          </a:xfrm>
          <a:prstGeom prst="line">
            <a:avLst/>
          </a:prstGeom>
          <a:solidFill>
            <a:srgbClr val="B91C1C">
              <a:alpha val="15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2377440"/>
            <a:ext cx="457200" cy="457200"/>
          </a:xfrm>
          <a:prstGeom prst="line">
            <a:avLst/>
          </a:prstGeom>
          <a:solidFill>
            <a:srgbClr val="B91C1C">
              <a:alpha val="15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05840"/>
            <a:ext cx="8321040" cy="2377440"/>
          </a:xfrm>
          <a:prstGeom prst="roundRect">
            <a:avLst>
              <a:gd name="adj" fmla="val 3846"/>
            </a:avLst>
          </a:prstGeom>
          <a:solidFill>
            <a:srgbClr val="14152A"/>
          </a:solidFill>
          <a:ln w="25400">
            <a:solidFill>
              <a:srgbClr val="B91C1C"/>
            </a:solidFill>
            <a:prstDash val="solid"/>
          </a:ln>
          <a:effectLst>
            <a:outerShdw blurRad="254000" dist="50800" dir="2700000" algn="bl" rotWithShape="0">
              <a:srgbClr val="B91C1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430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WARHAMMER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17190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SITE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презентация проекта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578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 ·  EF Core 10  ·  Neon PostgreSQL  ·  Render.com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3794760"/>
            <a:ext cx="3840480" cy="384048"/>
          </a:xfrm>
          <a:prstGeom prst="roundRect">
            <a:avLst>
              <a:gd name="adj" fmla="val 47619"/>
            </a:avLst>
          </a:prstGeom>
          <a:solidFill>
            <a:srgbClr val="1C204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794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warhammer-campaign-site.onrender.com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A27E0-41B5-DC73-B5E9-45FB7350883D}"/>
              </a:ext>
            </a:extLst>
          </p:cNvPr>
          <p:cNvSpPr txBox="1"/>
          <p:nvPr/>
        </p:nvSpPr>
        <p:spPr>
          <a:xfrm>
            <a:off x="6098771" y="4590861"/>
            <a:ext cx="2947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Выполнил Разумов Арсений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проекте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и для кого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42416"/>
            <a:ext cx="8321040" cy="274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4206240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8988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Специализированный сайт для ведения нарративных (сюжетных) кампаний в формате wargame Warhammer 40,000.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76272"/>
            <a:ext cx="38404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фракционными ростерами отрядов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Фракционная экономика (покупка трейтов)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тактическая SVG-карта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голосования за миссии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новостей кампании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Административная панель Гейм-Мастера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61872"/>
            <a:ext cx="3886200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 пользователей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828800"/>
            <a:ext cx="3520440" cy="749808"/>
          </a:xfrm>
          <a:prstGeom prst="roundRect">
            <a:avLst>
              <a:gd name="adj" fmla="val 7317"/>
            </a:avLst>
          </a:prstGeom>
          <a:solidFill>
            <a:srgbClr val="B91C1C">
              <a:alpha val="8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883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Гейм-Мастер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139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доступ: карта, балансы,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трейты, новости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2724912"/>
            <a:ext cx="3520440" cy="749808"/>
          </a:xfrm>
          <a:prstGeom prst="roundRect">
            <a:avLst>
              <a:gd name="adj" fmla="val 7317"/>
            </a:avLst>
          </a:prstGeom>
          <a:solidFill>
            <a:srgbClr val="0D6EFD">
              <a:alpha val="8000"/>
            </a:srgbClr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779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6E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Игрок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3035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Ростер, покупка апгрейдов,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3621024"/>
            <a:ext cx="3520440" cy="749808"/>
          </a:xfrm>
          <a:prstGeom prst="roundRect">
            <a:avLst>
              <a:gd name="adj" fmla="val 7317"/>
            </a:avLst>
          </a:prstGeom>
          <a:solidFill>
            <a:srgbClr val="6B7280">
              <a:alpha val="8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675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карты и хаба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регистрации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Технологический стек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под капотом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07008"/>
            <a:ext cx="2743200" cy="3547872"/>
          </a:xfrm>
          <a:prstGeom prst="roundRect">
            <a:avLst>
              <a:gd name="adj" fmla="val 3333"/>
            </a:avLst>
          </a:prstGeom>
          <a:solidFill>
            <a:srgbClr val="141424"/>
          </a:solidFill>
          <a:ln w="25400">
            <a:solidFill>
              <a:srgbClr val="B91C1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316736"/>
            <a:ext cx="2523744" cy="384048"/>
          </a:xfrm>
          <a:prstGeom prst="roundRect">
            <a:avLst>
              <a:gd name="adj" fmla="val 14286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1673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792224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10.0.8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Npgsql 10.0.2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Auth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(Dev)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55848" y="1207008"/>
            <a:ext cx="2743200" cy="3547872"/>
          </a:xfrm>
          <a:prstGeom prst="roundRect">
            <a:avLst>
              <a:gd name="adj" fmla="val 3333"/>
            </a:avLst>
          </a:prstGeom>
          <a:solidFill>
            <a:srgbClr val="141424"/>
          </a:solidFill>
          <a:ln w="254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65576" y="1316736"/>
            <a:ext cx="2523744" cy="384048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31673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792224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ES2020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SVG-карта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фреймворков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0216" y="1207008"/>
            <a:ext cx="2743200" cy="3547872"/>
          </a:xfrm>
          <a:prstGeom prst="roundRect">
            <a:avLst>
              <a:gd name="adj" fmla="val 3333"/>
            </a:avLst>
          </a:prstGeom>
          <a:solidFill>
            <a:srgbClr val="141424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9944" y="1316736"/>
            <a:ext cx="2523744" cy="384048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31673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Инфраструктура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64808" y="1792224"/>
            <a:ext cx="2423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(multi-stage)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(auto-deploy)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PgBouncer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системы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через REST API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42416"/>
            <a:ext cx="8321040" cy="274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89888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3898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Браузер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(HTML/JS/CSS)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20440" y="1389888"/>
            <a:ext cx="2331720" cy="1005840"/>
          </a:xfrm>
          <a:prstGeom prst="roundRect">
            <a:avLst>
              <a:gd name="adj" fmla="val 9091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3898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API + Static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1389888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38988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PostgreSQL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(Serverless)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14600" y="1892808"/>
            <a:ext cx="10058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4173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(HTTP/S)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1892808"/>
            <a:ext cx="77724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1417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Npgsql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Контроллеры: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SquadsController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NewsController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MissionsController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697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743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5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Cold Start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1568" y="301752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Вычислительный узел засыпает после простоя. Connection String должна содержать Timeout=30;Command Timeout=60 — иначе возникает System.TimeoutException.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3767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Middleware: Routing → Authentication → Authorization → StaticFiles → Controllers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Интерактивная тактическая карта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слоя: поверхность и подземные бункеры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SVG-полигоны секторов поверх фонового изображения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Окраска секторов по контролирующей фракции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сектору — описание миссии и файлы брифинга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 за участие в миссии (только Player)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ГМ-терминал: смена фракции, статус миссии, файлы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слоёв (поверхность / подземка)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596896"/>
            <a:ext cx="365760" cy="365760"/>
          </a:xfrm>
          <a:prstGeom prst="line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94A60F0-AAB4-98DE-9E94-F198B1D46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266" y="1599092"/>
            <a:ext cx="5016738" cy="29039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Личный штаб игрока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Ростер отрядов и магазин апгрейдов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42416"/>
            <a:ext cx="8321040" cy="274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280160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335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Ростер отрядов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59105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 с pts, апгрейдами и шрамами. Чекбокс включает/выключает отряд из суммы армии.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2121408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21762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Магазин фракции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4323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трейтов, фильтрованных по фракции и типу юнита. Покупка списывает баланс.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2962656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30175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Баланс ресурсов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Уникальная валюта у каждой фракции: ОЧ, ОС, ОП, ОС.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3803904"/>
            <a:ext cx="37947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38587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Добавление отряда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4114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Форма: название, тип, архетип (Infantry/Vehicle/Monster/Character), pts.</a:t>
            </a:r>
            <a:endParaRPr lang="en-US" sz="10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31548A-6B88-3BDE-F5DB-E00362E65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95" y="1315351"/>
            <a:ext cx="4558991" cy="213609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1C16BDB-4539-B433-DD46-0D2D57791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69" y="3498550"/>
            <a:ext cx="3609772" cy="14664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Административная панель Гейм-Мастера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 над кампанией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1A2E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3533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Редактор карты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8249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контролирующей фракции, статус миссии (active/hidden/completed), описание, файлы брифинга, пометки ГМ.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61872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1A2E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3533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Инспектор ростеров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19472" y="168249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отрядов любого игрока, назначение шрамов, изменение базовой стоимости (pts), снятие трейтов.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1A2E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28346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Управление балансами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" y="3163824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и списание очков фракции. Значение может быть отрицательным; минимум — 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1A2E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28346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Кодекс трейтов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19472" y="3163824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новых апгрейдов: тип юнита, фракция, стоимость в pts и в очках фракции.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4187952"/>
            <a:ext cx="365760" cy="365760"/>
          </a:xfrm>
          <a:prstGeom prst="line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0109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вставьте скриншот 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Административная панель Гейм-Мастера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 над кампанией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4187952"/>
            <a:ext cx="365760" cy="365760"/>
          </a:xfrm>
          <a:prstGeom prst="line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01091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вставьте скриншот ]</a:t>
            </a:r>
            <a:endParaRPr lang="en-US" sz="9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D867F35-5D46-F2B7-8495-C0D674D8A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7" y="1939618"/>
            <a:ext cx="2802224" cy="304386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FA8488D-D654-DBC4-8572-AE152C8EC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316" y="1217965"/>
            <a:ext cx="3354868" cy="195105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8189D6D-0D92-61D4-418B-38C77B946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8367" y="1380214"/>
            <a:ext cx="2762483" cy="248171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12FB803-674E-77CB-EFFE-90FF62DC0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6797" y="3379335"/>
            <a:ext cx="4717203" cy="16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7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данных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 Serverless) — 10 активных таблиц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42416"/>
            <a:ext cx="8321040" cy="274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265176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0759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ResourceName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487168"/>
            <a:ext cx="26517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487168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49631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Username · Role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FactionId (FK) · Balance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822192"/>
            <a:ext cx="26517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822192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83133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13308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CustomName · Type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PointsCost · UserId (FK)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37560" y="1298448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1298448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30759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1609344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Coordinates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ControllingFactionId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MissionName · MissionStatus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FilesJson · VoterListJson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310128"/>
            <a:ext cx="26517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3310128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3192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CrusadeTrait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621024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Name · Type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UnitTypeRestriction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PtsModifier · FractionPointsCost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FactionName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27648" y="1201189"/>
            <a:ext cx="26517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27648" y="1201189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210333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SquadUpgrade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19088" y="1512085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SquadId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CrusadeTraitId (FK)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2267712"/>
            <a:ext cx="26517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2267712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27685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NewsPost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257860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Title · Content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55080" y="3246120"/>
            <a:ext cx="26517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55080" y="3265793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2552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CampaignInfo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46520" y="355701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(PK) · Content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FileUrl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55080" y="4160520"/>
            <a:ext cx="26517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55080" y="4160520"/>
            <a:ext cx="2651760" cy="274320"/>
          </a:xfrm>
          <a:prstGeom prst="roundRect">
            <a:avLst>
              <a:gd name="adj" fmla="val 2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41696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CampaignFaq /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46520" y="447141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Question/Title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Answer/Description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←→ CrusadeTrait через SquadUpgrade (M2M)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контроллеров · Cookie-аутентификация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14142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16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AuthController  /api/auth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" y="160934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 — регистрация (Role=Player)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— Cookie-сессия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/logout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 — проверка роли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54203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141424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968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SquadsController  /api/squads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288950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/my-squads — ростер + баланс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/buy-upgrade — покупка трейта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/traits-list — магазин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mod-squad, add-trait, user-points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90572" y="382219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141424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7732" y="387705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MapController  /api/map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5164" y="41696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все секторы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/{id} — Admin: параметры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/{id}/vote — голос игрока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26187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1414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16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HubController  /api/hub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2312" y="160934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GET/PUT /regulations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GET/POST/DELETE /faq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542032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14142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5968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NewsController  /api/news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288950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— все новости (сорт. дата)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— Admin: создать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Инициализация данных и деплой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DbInitializer · Render · Docker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832104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4160520" cy="3566160"/>
          </a:xfrm>
          <a:prstGeom prst="roundRect">
            <a:avLst>
              <a:gd name="adj" fmla="val 2564"/>
            </a:avLst>
          </a:prstGeom>
          <a:solidFill>
            <a:srgbClr val="141424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DbInitializer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794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Фракции — 4 записи (Id 1–4 фиксированы)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Секторы — 2 демо-сектора с координатами SVG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GameMaster (Admin, FactionId=null, pwd=admin)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Sanguinius_77 (Player, КА, баланс 5 ОЧ)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Демо-ростер — 2 отряда через Squad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Трейты — 2 шрама + 3 апгрейда с FractionPointsCost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141424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71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Деплой на Render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801368"/>
            <a:ext cx="310896" cy="310896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21808" y="17830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+ настроить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appsettings.json (заглушки в Git)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432304"/>
            <a:ext cx="310896" cy="310896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241401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ef database update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(применить все миграции)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3063240"/>
            <a:ext cx="310896" cy="310896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21808" y="30449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Render: Build Command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publish -c Release -o 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3694176"/>
            <a:ext cx="310896" cy="310896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21808" y="367588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Command: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out/CampaignApp.dll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4325112"/>
            <a:ext cx="310896" cy="310896"/>
          </a:xfrm>
          <a:prstGeom prst="lin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21808" y="430682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var: ConnectionStrings__DefaultConnection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(реальный пароль только здесь)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731520" cy="731520"/>
          </a:xfrm>
          <a:prstGeom prst="line">
            <a:avLst/>
          </a:prstGeom>
          <a:solidFill>
            <a:srgbClr val="B91C1C">
              <a:alpha val="18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520440"/>
            <a:ext cx="868680" cy="868680"/>
          </a:xfrm>
          <a:prstGeom prst="line">
            <a:avLst/>
          </a:prstGeom>
          <a:solidFill>
            <a:srgbClr val="B91C1C">
              <a:alpha val="18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840480"/>
            <a:ext cx="1005840" cy="1005840"/>
          </a:xfrm>
          <a:prstGeom prst="line">
            <a:avLst/>
          </a:prstGeom>
          <a:solidFill>
            <a:srgbClr val="B91C1C">
              <a:alpha val="18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160520"/>
            <a:ext cx="1143000" cy="1143000"/>
          </a:xfrm>
          <a:prstGeom prst="line">
            <a:avLst/>
          </a:prstGeom>
          <a:solidFill>
            <a:srgbClr val="B91C1C">
              <a:alpha val="18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4480560"/>
            <a:ext cx="1280160" cy="1280160"/>
          </a:xfrm>
          <a:prstGeom prst="line">
            <a:avLst/>
          </a:prstGeom>
          <a:solidFill>
            <a:srgbClr val="B91C1C">
              <a:alpha val="18000"/>
            </a:srgbClr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40080"/>
            <a:ext cx="8229600" cy="3931920"/>
          </a:xfrm>
          <a:prstGeom prst="roundRect">
            <a:avLst>
              <a:gd name="adj" fmla="val 2791"/>
            </a:avLst>
          </a:prstGeom>
          <a:solidFill>
            <a:srgbClr val="0E0F1E"/>
          </a:solidFill>
          <a:ln w="25400">
            <a:solidFill>
              <a:srgbClr val="B91C1C"/>
            </a:solidFill>
            <a:prstDash val="solid"/>
          </a:ln>
          <a:effectLst>
            <a:outerShdw blurRad="254000" dist="50800" dir="2700000" algn="bl" rotWithShape="0">
              <a:srgbClr val="B91C1C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868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 готов к кампании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60120" y="1600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60120" y="22677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API-контроллеров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34640" y="1600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834640" y="22677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 PostgreSQL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1600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709160" y="22677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миграций EF 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1600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фракции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2633472"/>
            <a:ext cx="7132320" cy="18288"/>
          </a:xfrm>
          <a:prstGeom prst="rect">
            <a:avLst/>
          </a:prstGeom>
          <a:solidFill>
            <a:srgbClr val="2C2C3E"/>
          </a:solidFill>
          <a:ln w="12700">
            <a:solidFill>
              <a:srgbClr val="2C2C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346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Живая версия: </a:t>
            </a:r>
            <a:r>
              <a:rPr lang="en-US" sz="13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warhammer-campaign-site.onrender.com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Стек: 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 · EF Core · Neon PostgreSQL · Render · Docker</a:t>
            </a:r>
            <a:endParaRPr lang="en-US" sz="11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C72A206-8E82-6C0B-39C7-F969E6D487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5170" y="3200400"/>
            <a:ext cx="1303020" cy="1303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1131</Words>
  <Application>Microsoft Office PowerPoint</Application>
  <PresentationFormat>Экран (16:9)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Warhammer Campaign Site</dc:title>
  <dc:subject>PptxGenJS Presentation</dc:subject>
  <dc:creator>Campaign Dev</dc:creator>
  <cp:lastModifiedBy>Арсений Разумов</cp:lastModifiedBy>
  <cp:revision>2</cp:revision>
  <dcterms:created xsi:type="dcterms:W3CDTF">2026-06-14T14:57:17Z</dcterms:created>
  <dcterms:modified xsi:type="dcterms:W3CDTF">2026-06-15T09:56:18Z</dcterms:modified>
</cp:coreProperties>
</file>